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130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AryanASingh/verilog-hdl-alu-project.git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AryanASingh/verilog-hdl-alu-project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ryanASingh/verilog-hdl-alu-project.git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01168"/>
            <a:ext cx="118872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8872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 PRIVATE LIMITED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8-Bit Arithmetic Logic Unit (ALU)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 using Verilog HDL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743200" y="2743200"/>
            <a:ext cx="3657600" cy="3657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1600" y="288036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0B2239"/>
          </a:solidFill>
          <a:ln w="19050">
            <a:solidFill>
              <a:srgbClr val="0B6E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0" y="3130062"/>
            <a:ext cx="5852160" cy="1167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Singh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Engineering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Maulana Azad National Institute of Technology, Bhopal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</a:t>
            </a: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Design — </a:t>
            </a:r>
            <a:r>
              <a:rPr lang="en-US" sz="12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</a:t>
            </a: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Industrial Training Program  |  May - June 2026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r>
              <a:rPr lang="en-US" sz="12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</a:t>
            </a:r>
            <a:r>
              <a:rPr lang="en-US" sz="1200" b="1" u="sng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AryanASingh</a:t>
            </a:r>
            <a:r>
              <a:rPr lang="en-US" sz="12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200" b="1" u="sng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verilog</a:t>
            </a:r>
            <a:r>
              <a:rPr lang="en-US" sz="12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US" sz="1200" b="1" u="sng" dirty="0" err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hdl</a:t>
            </a:r>
            <a:r>
              <a:rPr lang="en-US" sz="12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-alu-project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Overview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1143000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1143000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1143000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22960" y="11887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1764792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1764792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" y="1764792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22960" y="181051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Architecture &amp; Operations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2386584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2386584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386584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" y="243230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 HDL Design Implementation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20040" y="3008376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008376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3008376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822960" y="3054096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&amp; Simulation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20040" y="3630168"/>
            <a:ext cx="39776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" y="3630168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0040" y="3630168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22960" y="367588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 &amp; Synthesis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617720" y="1143000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17720" y="1143000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617720" y="1143000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120640" y="1188720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Waveform Results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617720" y="176479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617720" y="1764792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17720" y="1764792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5120640" y="1810512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Implementation Reports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4617720" y="2386584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617720" y="2386584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17720" y="2386584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5120640" y="2432304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Report &amp; Design Verification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617720" y="3008376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4617720" y="3008376"/>
            <a:ext cx="438912" cy="530352"/>
          </a:xfrm>
          <a:prstGeom prst="roundRect">
            <a:avLst>
              <a:gd name="adj" fmla="val 12500"/>
            </a:avLst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617720" y="3008376"/>
            <a:ext cx="4389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5120640" y="3054096"/>
            <a:ext cx="3611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— VLSI Domain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4320" y="109728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0B6E4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1115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6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ALU?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2920" y="13898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Logic Unit (ALU) is the core computational component of any processor. It performs arithmetic and logical operations on binary data. An 8-bit ALU processes operands that are 8 bits wide, making it a foundational building block in digital design and embedded systems.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4320" y="21214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20040" y="2578608"/>
            <a:ext cx="201168" cy="201168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248716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8-bit ALU supporting 8 distinct operations using Verilog HDL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3017520"/>
            <a:ext cx="201168" cy="201168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292608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modular, scalable architecture with separate sub-modules per operation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20040" y="3456432"/>
            <a:ext cx="201168" cy="201168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336499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functionality through comprehensive testbench simulation in Xilinx Vivado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0040" y="3895344"/>
            <a:ext cx="201168" cy="201168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4360" y="38039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&amp; implement on FPGA with power and timing analysis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20040" y="4334256"/>
            <a:ext cx="201168" cy="201168"/>
          </a:xfrm>
          <a:prstGeom prst="ellipse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424281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RTL schematic, DRC reports, and implementation logs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 Architecture &amp; Signal 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Operations, and Outputs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Specification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89888"/>
          <a:ext cx="3931920" cy="26517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Operand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carry_in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/ Borrow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SEL[2:0]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selector (opcode)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Result[7:0]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carry_out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/ Borrow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zero_flag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when Result =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0" y="1078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 Opcode Map</a:t>
            </a:r>
            <a:endParaRPr lang="en-US" sz="13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389888"/>
          <a:ext cx="4297680" cy="296265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+ Cin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− B − Cin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&amp;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|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^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&lt;&lt;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&gt;&gt;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274320" y="397764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11480" y="40050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carry_out propagates MSB shift or arithmetic overflow. zero_flag asserts when Result == 8'b00000000.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Verilog HDL Design — ALU.v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Code: Module Declaration, Logic Assignments &amp; Case Statement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592" y="1078992"/>
            <a:ext cx="2880360" cy="34290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27248" y="1078992"/>
            <a:ext cx="2880360" cy="342900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89904" y="1078992"/>
            <a:ext cx="2880360" cy="3429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164592" y="4572000"/>
            <a:ext cx="8814816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r>
              <a:rPr lang="en-US" sz="10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github.com/AryanASingh/verilog-hdl-alu-project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Design — ALU2_tb.v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Code: Driver Registers, Instantiation &amp; Test Vectors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1078992"/>
            <a:ext cx="4297680" cy="347472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7720" y="1078992"/>
            <a:ext cx="4297680" cy="347472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64592" y="4572000"/>
            <a:ext cx="8814816" cy="256032"/>
          </a:xfrm>
          <a:prstGeom prst="roundRect">
            <a:avLst>
              <a:gd name="adj" fmla="val 17857"/>
            </a:avLst>
          </a:prstGeom>
          <a:solidFill>
            <a:srgbClr val="0D1B2A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274320" y="4590288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</a:t>
            </a:r>
            <a:r>
              <a:rPr lang="en-US" sz="1000" b="1" u="sng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github.com/AryanASingh/verilog-hdl-alu-project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RTL Schematic — Xilinx Vivado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Schematic — Xilinx Vivado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320040" y="5486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Register Transfer Level view of the 8-bit ALU design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987552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Simulation Waveform Results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1018"/>
          </a:solidFill>
          <a:ln w="12700">
            <a:solidFill>
              <a:srgbClr val="07101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0040" y="45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Waveform Results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320040" y="5486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operations verified — Xilinx Vivado Simulation (120 ns window)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7160" y="969264"/>
            <a:ext cx="8869680" cy="33832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8288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3341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1945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00→00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182880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64E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6537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0F+0F=1E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347472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51129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FF-01=FE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12064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65A8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15721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AA→55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76656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B4530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80313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01→02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8138160" y="43891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991B1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174736" y="4407408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Analysis &amp; Verification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Results — All 8 Operations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6766560" cy="219456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0xFE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0xAA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(Zero)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3'b001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34747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292608" y="384962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75488" y="37947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tested operations produce correct results as per truth table analysis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92608" y="405079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5488" y="399592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flag correctly asserts when 0x05 − 0x05 = 0x00 (Test Case 5)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292608" y="425196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5488" y="419709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output correctly propagated for ADD and SUB operations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92608" y="445312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5488" y="4398264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operation correctly inverts only operand A (0xAA → 0x55)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92608" y="465429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75488" y="45994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SHL correctly shifts A left by 1 bit with MSB going to carry_out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Analysis Report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Xilinx Vivado Power Estimation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5029200" cy="3520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77840" y="109728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Summary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463040"/>
          <a:ext cx="3566160" cy="21122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On-Chip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5.478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5.384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Signals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0.324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• I/O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4.873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Static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0.093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394960" y="374904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5532120" y="37947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Notes
</a:t>
            </a: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Temp: 35.3°C  |  Thermal Margin: 49.7°C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Level: Low (no XDC constraints)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Report &amp; Design Rule Check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Violations &amp; Resolution Path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1051560"/>
            <a:ext cx="5486400" cy="3520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107899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DRC Violations Found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806440" y="1463040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943600" y="14996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NSTD-1 — Critical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943600" y="173736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ports using DEFAULT IOSTANDARD (no XDC pin constraints assigned)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806440" y="2487168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43600" y="25237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UCIO-1 — Critical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943600" y="276148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ports have no LOC constraint; pin location unspecified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806440" y="3511296"/>
            <a:ext cx="3063240" cy="91440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43600" y="3547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CFGBVS-1 — Warning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943600" y="378561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CFGBVS / CONFIG_VOLTAGE not set for bank 0 configuration voltage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806440" y="4133088"/>
            <a:ext cx="3063240" cy="548640"/>
          </a:xfrm>
          <a:prstGeom prst="roundRect">
            <a:avLst>
              <a:gd name="adj" fmla="val 11667"/>
            </a:avLst>
          </a:prstGeom>
          <a:solidFill>
            <a:srgbClr val="F0FDF4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925312" y="4160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Add a .xdc constraints file specifying IOSTANDARD, LOC, and CFGBVS properties for all 30 ports to generate a valid bitstream.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7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45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Reports — Vivado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20040" y="62179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→ Place → Route Pipeline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" y="48554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ALU | Aryan Singh | ECE | MANIT Bhopal | TechGlobal VLSI Internship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828032"/>
            <a:ext cx="640080" cy="33832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4320" y="1051560"/>
            <a:ext cx="4297680" cy="31089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572000" y="1051560"/>
            <a:ext cx="4297680" cy="3108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6/9/26 11:02 AM  |  Implementation (Place+Route): 6/23/26 10:25 AM  |  All design stages completed successfully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2916"/>
            <a:ext cx="9144000" cy="914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64592"/>
            <a:ext cx="118872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4300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74320" y="1719072"/>
            <a:ext cx="4069080" cy="2377440"/>
          </a:xfrm>
          <a:prstGeom prst="roundRect">
            <a:avLst>
              <a:gd name="adj" fmla="val 3846"/>
            </a:avLst>
          </a:prstGeom>
          <a:solidFill>
            <a:srgbClr val="071018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773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14884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designed 8-bit ALU with 8 operations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5146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 through Vivado simulation (all 5 test cases PASS)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8803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schematic, synthesis &amp; implementation completed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324612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analysis and DRC reports generated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70332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6118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combinational design using always @(*)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800600" y="1719072"/>
            <a:ext cx="4069080" cy="2377440"/>
          </a:xfrm>
          <a:prstGeom prst="roundRect">
            <a:avLst>
              <a:gd name="adj" fmla="val 3846"/>
            </a:avLst>
          </a:prstGeom>
          <a:solidFill>
            <a:srgbClr val="07101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1773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83480" y="224028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93792" y="214884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signed arithmetic (overflow detection)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83480" y="260604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93792" y="251460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multiply and divide operations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83480" y="297180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93792" y="28803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XDC constraints for bitstream generation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83480" y="333756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93792" y="324612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deployment on Basys3 / Nexys board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983480" y="3703320"/>
            <a:ext cx="137160" cy="1371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93792" y="361188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16-bit or 32-bit ALU for RISC core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31520" y="4187952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project establishes a strong foundation for digital design, processor architecture, and FPGA implementation."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2916"/>
            <a:ext cx="9144000" cy="91440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01168"/>
            <a:ext cx="118872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887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200400" y="1920240"/>
            <a:ext cx="2743200" cy="36576"/>
          </a:xfrm>
          <a:prstGeom prst="rect">
            <a:avLst/>
          </a:prstGeom>
          <a:solidFill>
            <a:srgbClr val="0B6E4F"/>
          </a:solidFill>
          <a:ln w="12700">
            <a:solidFill>
              <a:srgbClr val="0B6E4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2057400"/>
            <a:ext cx="6400800" cy="2011680"/>
          </a:xfrm>
          <a:prstGeom prst="roundRect">
            <a:avLst>
              <a:gd name="adj" fmla="val 4545"/>
            </a:avLst>
          </a:prstGeom>
          <a:solidFill>
            <a:srgbClr val="071018"/>
          </a:solidFill>
          <a:ln w="15240">
            <a:solidFill>
              <a:srgbClr val="0B6E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21488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Singh
</a:t>
            </a: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Communication Engineering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Maulana Azad National Institute of Technology, Bhopal
</a:t>
            </a: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VLSI Domain — Minor Project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TechGlobal Industrial Training Program  |  June 2025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TECHNGLOBAL PRIVATE LIMITED  |  info@technglobal.in  |  www.technglobal.in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1131</Words>
  <Application>Microsoft Office PowerPoint</Application>
  <PresentationFormat>On-screen Show (16:9)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8-Bit ALU Design using Verilog HDL - Minor Project Report</dc:title>
  <dc:subject>PptxGenJS Presentation</dc:subject>
  <dc:creator>Aryan Singh</dc:creator>
  <cp:lastModifiedBy>Aryan Singh</cp:lastModifiedBy>
  <cp:revision>2</cp:revision>
  <dcterms:created xsi:type="dcterms:W3CDTF">2026-06-23T05:37:24Z</dcterms:created>
  <dcterms:modified xsi:type="dcterms:W3CDTF">2026-06-23T05:51:35Z</dcterms:modified>
</cp:coreProperties>
</file>